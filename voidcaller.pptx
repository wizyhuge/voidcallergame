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17" d="100"/>
          <a:sy n="217" d="100"/>
        </p:scale>
        <p:origin x="162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9338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BC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40200" y="449775"/>
            <a:ext cx="3983700" cy="1593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Void Caller: эхолокация
</a:t>
            </a:r>
            <a:endParaRPr lang="en-US" sz="2600" dirty="0"/>
          </a:p>
        </p:txBody>
      </p:sp>
      <p:sp>
        <p:nvSpPr>
          <p:cNvPr id="5" name="Text 1"/>
          <p:cNvSpPr txBox="1"/>
          <p:nvPr/>
        </p:nvSpPr>
        <p:spPr>
          <a:xfrm>
            <a:off x="340200" y="3118500"/>
            <a:ext cx="3766800" cy="17607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</a:t>
            </a:r>
            <a:r>
              <a:rPr lang="en-US" sz="14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авигация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в полной темноте через звуковые волны на Python Arcade.
</a:t>
            </a:r>
            <a:r>
              <a:rPr lang="en-US" sz="1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Хомяков Семён Сергеевич
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/>
          <p:cNvSpPr txBox="1"/>
          <p:nvPr/>
        </p:nvSpPr>
        <p:spPr>
          <a:xfrm>
            <a:off x="1016400" y="1527608"/>
            <a:ext cx="2971800" cy="121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Игрок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погружается в условия сенсорной депривации, теряя возможность видеть привычным образом. Это меняет привычный игровой опыт и вызывает новые ощущения.
</a:t>
            </a:r>
            <a:endParaRPr lang="en-US" sz="1200" dirty="0"/>
          </a:p>
        </p:txBody>
      </p:sp>
      <p:sp>
        <p:nvSpPr>
          <p:cNvPr id="6" name="Text 1"/>
          <p:cNvSpPr txBox="1"/>
          <p:nvPr/>
        </p:nvSpPr>
        <p:spPr>
          <a:xfrm>
            <a:off x="5500400" y="1527608"/>
            <a:ext cx="2971800" cy="121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Вместо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зрения используется эхолокация: игрок издаёт звуковой импульс, чтобы «увидеть» окружающее пространство, но должен выбирать между разведкой пути и экономией времени.
</a:t>
            </a:r>
            <a:endParaRPr lang="en-US" sz="1200" dirty="0"/>
          </a:p>
        </p:txBody>
      </p:sp>
      <p:sp>
        <p:nvSpPr>
          <p:cNvPr id="7" name="Text 2"/>
          <p:cNvSpPr txBox="1"/>
          <p:nvPr/>
        </p:nvSpPr>
        <p:spPr>
          <a:xfrm>
            <a:off x="418525" y="393900"/>
            <a:ext cx="8216700" cy="401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Основная идея проекта Void Caller
</a:t>
            </a:r>
            <a:endParaRPr lang="en-US" sz="2400" dirty="0"/>
          </a:p>
        </p:txBody>
      </p:sp>
      <p:sp>
        <p:nvSpPr>
          <p:cNvPr id="8" name="Text 3"/>
          <p:cNvSpPr txBox="1"/>
          <p:nvPr/>
        </p:nvSpPr>
        <p:spPr>
          <a:xfrm>
            <a:off x="8630400" y="4791400"/>
            <a:ext cx="589800" cy="37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pic>
        <p:nvPicPr>
          <p:cNvPr id="9" name="Image 4" descr="preencoded.png">
            <a:extLst>
              <a:ext uri="{FF2B5EF4-FFF2-40B4-BE49-F238E27FC236}">
                <a16:creationId xmlns:a16="http://schemas.microsoft.com/office/drawing/2014/main" id="{3AFF999E-5A1A-4364-9652-12DA4CCF47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EDB86233-46B3-4709-AABA-4822C0F0A9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639865" y="2284513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0"/>
          <p:cNvSpPr txBox="1"/>
          <p:nvPr/>
        </p:nvSpPr>
        <p:spPr>
          <a:xfrm>
            <a:off x="418525" y="393900"/>
            <a:ext cx="8262000" cy="33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109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Механика эхолокации: физика, цвета и взаимодействие
</a:t>
            </a:r>
            <a:endParaRPr lang="en-US" sz="2109" dirty="0"/>
          </a:p>
        </p:txBody>
      </p:sp>
      <p:sp>
        <p:nvSpPr>
          <p:cNvPr id="8" name="Text 1"/>
          <p:cNvSpPr txBox="1"/>
          <p:nvPr/>
        </p:nvSpPr>
        <p:spPr>
          <a:xfrm>
            <a:off x="8630400" y="4791400"/>
            <a:ext cx="589800" cy="37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Text 2"/>
          <p:cNvSpPr txBox="1"/>
          <p:nvPr/>
        </p:nvSpPr>
        <p:spPr>
          <a:xfrm>
            <a:off x="663001" y="1119364"/>
            <a:ext cx="3206400" cy="15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Динамика частиц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При клике мышью более 150 частиц вылетают к курсору, живут 3–4 секунды. Они движутся в конусе, а между импульсами действует cooldown для баланса.</a:t>
            </a: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00" dirty="0"/>
          </a:p>
        </p:txBody>
      </p:sp>
      <p:sp>
        <p:nvSpPr>
          <p:cNvPr id="10" name="Text 3"/>
          <p:cNvSpPr txBox="1"/>
          <p:nvPr/>
        </p:nvSpPr>
        <p:spPr>
          <a:xfrm>
            <a:off x="5064425" y="1119364"/>
            <a:ext cx="3162000" cy="15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Взаимодействие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окружением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При контакте с объектами частицы прилипают и светятся 2 секунды, создавая ощущение эхолокации и позволяя различать элементы мира.
</a:t>
            </a:r>
            <a:endParaRPr lang="en-US" sz="1400" dirty="0"/>
          </a:p>
        </p:txBody>
      </p:sp>
      <p:pic>
        <p:nvPicPr>
          <p:cNvPr id="11" name="Image 4" descr="preencoded.png">
            <a:extLst>
              <a:ext uri="{FF2B5EF4-FFF2-40B4-BE49-F238E27FC236}">
                <a16:creationId xmlns:a16="http://schemas.microsoft.com/office/drawing/2014/main" id="{00288843-D24C-40C9-9FCA-D26A7C8EE0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790804" y="1700016"/>
            <a:ext cx="8058150" cy="4648240"/>
          </a:xfrm>
          <a:prstGeom prst="rect">
            <a:avLst/>
          </a:prstGeom>
        </p:spPr>
      </p:pic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C95AA743-74E4-4644-92CF-4EA1C149A0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3593" y="3037928"/>
            <a:ext cx="3248753" cy="182742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4625" y="1392850"/>
            <a:ext cx="3550200" cy="117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VoidCallerWindow — главное игровое окно, управляющее всеми аспектами игры и взаимодействием с пользователем. Отвечает за базовую логику и отрисовку.
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902425" y="1392925"/>
            <a:ext cx="3550200" cy="117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Pulsar — система эхолокации, которая создаёт волны частиц для определения окружения и ориентации игрока в пространстве, усиливая игровой процесс.
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84625" y="3266225"/>
            <a:ext cx="3550200" cy="117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VisionSystem отвечает за обработку темноты и видимости, формируя восприятие пространства и создавая атмосферу таинственности.
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902425" y="3266225"/>
            <a:ext cx="3550200" cy="117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GameMap генерирует случайные карты с комнатами, обеспечивая разнообразие уровней, а Generator создаёт световые эффекты и головоломки, влияющие на игровой геймплей.
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18525" y="393900"/>
            <a:ext cx="8319900" cy="401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 проекта и её компоненты
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8630400" y="4791400"/>
            <a:ext cx="589800" cy="37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5" y="-20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4625" y="1392850"/>
            <a:ext cx="3550200" cy="117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core/ — основа игры включает окно, меню и константы. Здесь реализуются базовые функции и настроены ключевые параметры интерфейса.
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4902425" y="1392925"/>
            <a:ext cx="3550200" cy="117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systems/ — отвечает за звук и световые эффекты, обеспечивая погружение и атмосферу в игровом процессе.
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84625" y="3266225"/>
            <a:ext cx="3550200" cy="117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entities/ — содержит все игровые объекты, такие как персонажи, предметы и NPC, с функционалом взаимодействия между ними.
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902425" y="3266225"/>
            <a:ext cx="3550200" cy="117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world/ — модуль создания карт, где формируются игровые локации и уровни, задаётся геометрия и размещение объектов.
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18525" y="393900"/>
            <a:ext cx="8319900" cy="401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устроен проект
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8630400" y="4791400"/>
            <a:ext cx="589800" cy="37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300" y="0"/>
            <a:ext cx="9144000" cy="5143500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732157" y="954425"/>
            <a:ext cx="3449700" cy="1419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устраняет визуальную опору, заставляя игроков использовать эхолокацию для ориентирования в пространстве. Это создает уникальный геймплей, основанный на звуке, а не на зрении.
</a:t>
            </a:r>
            <a:endParaRPr lang="en-US" sz="1400" dirty="0"/>
          </a:p>
        </p:txBody>
      </p:sp>
      <p:sp>
        <p:nvSpPr>
          <p:cNvPr id="8" name="Text 1"/>
          <p:cNvSpPr txBox="1"/>
          <p:nvPr/>
        </p:nvSpPr>
        <p:spPr>
          <a:xfrm>
            <a:off x="475850" y="393900"/>
            <a:ext cx="8183700" cy="401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2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Инновационная механика игры: новая роль темноты
</a:t>
            </a:r>
            <a:endParaRPr lang="en-US" sz="2220" dirty="0"/>
          </a:p>
        </p:txBody>
      </p:sp>
      <p:sp>
        <p:nvSpPr>
          <p:cNvPr id="9" name="Text 2"/>
          <p:cNvSpPr txBox="1"/>
          <p:nvPr/>
        </p:nvSpPr>
        <p:spPr>
          <a:xfrm>
            <a:off x="8630400" y="4791400"/>
            <a:ext cx="589800" cy="37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10" name="Text 3"/>
          <p:cNvSpPr txBox="1"/>
          <p:nvPr/>
        </p:nvSpPr>
        <p:spPr>
          <a:xfrm>
            <a:off x="732157" y="2809275"/>
            <a:ext cx="3449700" cy="1419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Введение таймера и «ложного вылета» системы добавляет постоянное напряжение, формируя эмоциональный опыт, который заметно отличается от традиционных рогаликов и усиливает вовлечённость.</a:t>
            </a: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407</Words>
  <Application>Microsoft Office PowerPoint</Application>
  <PresentationFormat>Экран (16:9)</PresentationFormat>
  <Paragraphs>32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Семён Хомяков</cp:lastModifiedBy>
  <cp:revision>4</cp:revision>
  <dcterms:created xsi:type="dcterms:W3CDTF">2026-02-03T10:18:58Z</dcterms:created>
  <dcterms:modified xsi:type="dcterms:W3CDTF">2026-02-03T10:29:07Z</dcterms:modified>
</cp:coreProperties>
</file>